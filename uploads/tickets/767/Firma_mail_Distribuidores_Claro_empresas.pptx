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41" r:id="rId1"/>
  </p:sldMasterIdLst>
  <p:sldIdLst>
    <p:sldId id="256" r:id="rId2"/>
  </p:sldIdLst>
  <p:sldSz cx="3060700" cy="1295400"/>
  <p:notesSz cx="6858000" cy="9144000"/>
  <p:defaultTextStyle>
    <a:defPPr>
      <a:defRPr lang="en-US"/>
    </a:defPPr>
    <a:lvl1pPr marL="0" algn="l" defTabSz="365494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1pPr>
    <a:lvl2pPr marL="365494" algn="l" defTabSz="365494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2pPr>
    <a:lvl3pPr marL="730988" algn="l" defTabSz="365494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3pPr>
    <a:lvl4pPr marL="1096483" algn="l" defTabSz="365494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4pPr>
    <a:lvl5pPr marL="1461977" algn="l" defTabSz="365494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5pPr>
    <a:lvl6pPr marL="1827471" algn="l" defTabSz="365494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6pPr>
    <a:lvl7pPr marL="2192965" algn="l" defTabSz="365494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7pPr>
    <a:lvl8pPr marL="2558460" algn="l" defTabSz="365494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8pPr>
    <a:lvl9pPr marL="2923953" algn="l" defTabSz="365494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29" autoAdjust="0"/>
    <p:restoredTop sz="94660"/>
  </p:normalViewPr>
  <p:slideViewPr>
    <p:cSldViewPr snapToGrid="0">
      <p:cViewPr varScale="1">
        <p:scale>
          <a:sx n="288" d="100"/>
          <a:sy n="288" d="100"/>
        </p:scale>
        <p:origin x="328" y="1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2589" y="212005"/>
            <a:ext cx="2295525" cy="450992"/>
          </a:xfrm>
        </p:spPr>
        <p:txBody>
          <a:bodyPr anchor="b"/>
          <a:lstStyle>
            <a:lvl1pPr algn="ctr">
              <a:defRPr sz="1853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2589" y="680386"/>
            <a:ext cx="2295525" cy="312754"/>
          </a:xfrm>
        </p:spPr>
        <p:txBody>
          <a:bodyPr/>
          <a:lstStyle>
            <a:lvl1pPr marL="0" indent="0" algn="ctr">
              <a:buNone/>
              <a:defRPr sz="742"/>
            </a:lvl1pPr>
            <a:lvl2pPr marL="141197" indent="0" algn="ctr">
              <a:buNone/>
              <a:defRPr sz="618"/>
            </a:lvl2pPr>
            <a:lvl3pPr marL="282396" indent="0" algn="ctr">
              <a:buNone/>
              <a:defRPr sz="555"/>
            </a:lvl3pPr>
            <a:lvl4pPr marL="423594" indent="0" algn="ctr">
              <a:buNone/>
              <a:defRPr sz="494"/>
            </a:lvl4pPr>
            <a:lvl5pPr marL="564792" indent="0" algn="ctr">
              <a:buNone/>
              <a:defRPr sz="494"/>
            </a:lvl5pPr>
            <a:lvl6pPr marL="705990" indent="0" algn="ctr">
              <a:buNone/>
              <a:defRPr sz="494"/>
            </a:lvl6pPr>
            <a:lvl7pPr marL="847187" indent="0" algn="ctr">
              <a:buNone/>
              <a:defRPr sz="494"/>
            </a:lvl7pPr>
            <a:lvl8pPr marL="988386" indent="0" algn="ctr">
              <a:buNone/>
              <a:defRPr sz="494"/>
            </a:lvl8pPr>
            <a:lvl9pPr marL="1129584" indent="0" algn="ctr">
              <a:buNone/>
              <a:defRPr sz="494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FF315-91C5-45AD-B416-A60591804241}" type="datetimeFigureOut">
              <a:rPr lang="es-CL" smtClean="0"/>
              <a:t>20-01-2026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3BA74-D5BA-4BBB-A702-4B07BC90EEB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6224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FF315-91C5-45AD-B416-A60591804241}" type="datetimeFigureOut">
              <a:rPr lang="es-CL" smtClean="0"/>
              <a:t>20-01-2026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3BA74-D5BA-4BBB-A702-4B07BC90EEB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11443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833" y="322953"/>
            <a:ext cx="2639854" cy="538850"/>
          </a:xfrm>
        </p:spPr>
        <p:txBody>
          <a:bodyPr anchor="b"/>
          <a:lstStyle>
            <a:lvl1pPr>
              <a:defRPr sz="1853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833" y="866900"/>
            <a:ext cx="2639854" cy="283370"/>
          </a:xfrm>
        </p:spPr>
        <p:txBody>
          <a:bodyPr/>
          <a:lstStyle>
            <a:lvl1pPr marL="0" indent="0">
              <a:buNone/>
              <a:defRPr sz="742">
                <a:solidFill>
                  <a:schemeClr val="tx1">
                    <a:tint val="82000"/>
                  </a:schemeClr>
                </a:solidFill>
              </a:defRPr>
            </a:lvl1pPr>
            <a:lvl2pPr marL="141197" indent="0">
              <a:buNone/>
              <a:defRPr sz="618">
                <a:solidFill>
                  <a:schemeClr val="tx1">
                    <a:tint val="82000"/>
                  </a:schemeClr>
                </a:solidFill>
              </a:defRPr>
            </a:lvl2pPr>
            <a:lvl3pPr marL="282396" indent="0">
              <a:buNone/>
              <a:defRPr sz="555">
                <a:solidFill>
                  <a:schemeClr val="tx1">
                    <a:tint val="82000"/>
                  </a:schemeClr>
                </a:solidFill>
              </a:defRPr>
            </a:lvl3pPr>
            <a:lvl4pPr marL="423594" indent="0">
              <a:buNone/>
              <a:defRPr sz="494">
                <a:solidFill>
                  <a:schemeClr val="tx1">
                    <a:tint val="82000"/>
                  </a:schemeClr>
                </a:solidFill>
              </a:defRPr>
            </a:lvl4pPr>
            <a:lvl5pPr marL="564792" indent="0">
              <a:buNone/>
              <a:defRPr sz="494">
                <a:solidFill>
                  <a:schemeClr val="tx1">
                    <a:tint val="82000"/>
                  </a:schemeClr>
                </a:solidFill>
              </a:defRPr>
            </a:lvl5pPr>
            <a:lvl6pPr marL="705990" indent="0">
              <a:buNone/>
              <a:defRPr sz="494">
                <a:solidFill>
                  <a:schemeClr val="tx1">
                    <a:tint val="82000"/>
                  </a:schemeClr>
                </a:solidFill>
              </a:defRPr>
            </a:lvl6pPr>
            <a:lvl7pPr marL="847187" indent="0">
              <a:buNone/>
              <a:defRPr sz="494">
                <a:solidFill>
                  <a:schemeClr val="tx1">
                    <a:tint val="82000"/>
                  </a:schemeClr>
                </a:solidFill>
              </a:defRPr>
            </a:lvl7pPr>
            <a:lvl8pPr marL="988386" indent="0">
              <a:buNone/>
              <a:defRPr sz="494">
                <a:solidFill>
                  <a:schemeClr val="tx1">
                    <a:tint val="82000"/>
                  </a:schemeClr>
                </a:solidFill>
              </a:defRPr>
            </a:lvl8pPr>
            <a:lvl9pPr marL="1129584" indent="0">
              <a:buNone/>
              <a:defRPr sz="49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FF315-91C5-45AD-B416-A60591804241}" type="datetimeFigureOut">
              <a:rPr lang="es-CL" smtClean="0"/>
              <a:t>20-01-2026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3BA74-D5BA-4BBB-A702-4B07BC90EEB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40258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0430" y="344843"/>
            <a:ext cx="1300797" cy="82191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49484" y="344843"/>
            <a:ext cx="1300797" cy="82191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FF315-91C5-45AD-B416-A60591804241}" type="datetimeFigureOut">
              <a:rPr lang="es-CL" smtClean="0"/>
              <a:t>20-01-2026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3BA74-D5BA-4BBB-A702-4B07BC90EEB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07741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825" y="68971"/>
            <a:ext cx="2639854" cy="25038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0827" y="317555"/>
            <a:ext cx="1294819" cy="155628"/>
          </a:xfrm>
        </p:spPr>
        <p:txBody>
          <a:bodyPr anchor="b"/>
          <a:lstStyle>
            <a:lvl1pPr marL="0" indent="0">
              <a:buNone/>
              <a:defRPr sz="742" b="1"/>
            </a:lvl1pPr>
            <a:lvl2pPr marL="141197" indent="0">
              <a:buNone/>
              <a:defRPr sz="618" b="1"/>
            </a:lvl2pPr>
            <a:lvl3pPr marL="282396" indent="0">
              <a:buNone/>
              <a:defRPr sz="555" b="1"/>
            </a:lvl3pPr>
            <a:lvl4pPr marL="423594" indent="0">
              <a:buNone/>
              <a:defRPr sz="494" b="1"/>
            </a:lvl4pPr>
            <a:lvl5pPr marL="564792" indent="0">
              <a:buNone/>
              <a:defRPr sz="494" b="1"/>
            </a:lvl5pPr>
            <a:lvl6pPr marL="705990" indent="0">
              <a:buNone/>
              <a:defRPr sz="494" b="1"/>
            </a:lvl6pPr>
            <a:lvl7pPr marL="847187" indent="0">
              <a:buNone/>
              <a:defRPr sz="494" b="1"/>
            </a:lvl7pPr>
            <a:lvl8pPr marL="988386" indent="0">
              <a:buNone/>
              <a:defRPr sz="494" b="1"/>
            </a:lvl8pPr>
            <a:lvl9pPr marL="1129584" indent="0">
              <a:buNone/>
              <a:defRPr sz="494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0827" y="473180"/>
            <a:ext cx="1294819" cy="69597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49479" y="317555"/>
            <a:ext cx="1301196" cy="155628"/>
          </a:xfrm>
        </p:spPr>
        <p:txBody>
          <a:bodyPr anchor="b"/>
          <a:lstStyle>
            <a:lvl1pPr marL="0" indent="0">
              <a:buNone/>
              <a:defRPr sz="742" b="1"/>
            </a:lvl1pPr>
            <a:lvl2pPr marL="141197" indent="0">
              <a:buNone/>
              <a:defRPr sz="618" b="1"/>
            </a:lvl2pPr>
            <a:lvl3pPr marL="282396" indent="0">
              <a:buNone/>
              <a:defRPr sz="555" b="1"/>
            </a:lvl3pPr>
            <a:lvl4pPr marL="423594" indent="0">
              <a:buNone/>
              <a:defRPr sz="494" b="1"/>
            </a:lvl4pPr>
            <a:lvl5pPr marL="564792" indent="0">
              <a:buNone/>
              <a:defRPr sz="494" b="1"/>
            </a:lvl5pPr>
            <a:lvl6pPr marL="705990" indent="0">
              <a:buNone/>
              <a:defRPr sz="494" b="1"/>
            </a:lvl6pPr>
            <a:lvl7pPr marL="847187" indent="0">
              <a:buNone/>
              <a:defRPr sz="494" b="1"/>
            </a:lvl7pPr>
            <a:lvl8pPr marL="988386" indent="0">
              <a:buNone/>
              <a:defRPr sz="494" b="1"/>
            </a:lvl8pPr>
            <a:lvl9pPr marL="1129584" indent="0">
              <a:buNone/>
              <a:defRPr sz="494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49479" y="473180"/>
            <a:ext cx="1301196" cy="69597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FF315-91C5-45AD-B416-A60591804241}" type="datetimeFigureOut">
              <a:rPr lang="es-CL" smtClean="0"/>
              <a:t>20-01-2026</a:t>
            </a:fld>
            <a:endParaRPr lang="es-C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3BA74-D5BA-4BBB-A702-4B07BC90EEB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63768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FF315-91C5-45AD-B416-A60591804241}" type="datetimeFigureOut">
              <a:rPr lang="es-CL" smtClean="0"/>
              <a:t>20-01-2026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3BA74-D5BA-4BBB-A702-4B07BC90EEB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38073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FF315-91C5-45AD-B416-A60591804241}" type="datetimeFigureOut">
              <a:rPr lang="es-CL" smtClean="0"/>
              <a:t>20-01-2026</a:t>
            </a:fld>
            <a:endParaRPr lang="es-C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3BA74-D5BA-4BBB-A702-4B07BC90EEB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226127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827" y="86362"/>
            <a:ext cx="987155" cy="302260"/>
          </a:xfrm>
        </p:spPr>
        <p:txBody>
          <a:bodyPr anchor="b"/>
          <a:lstStyle>
            <a:lvl1pPr>
              <a:defRPr sz="987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01198" y="186516"/>
            <a:ext cx="1549479" cy="920574"/>
          </a:xfrm>
        </p:spPr>
        <p:txBody>
          <a:bodyPr/>
          <a:lstStyle>
            <a:lvl1pPr>
              <a:defRPr sz="987"/>
            </a:lvl1pPr>
            <a:lvl2pPr>
              <a:defRPr sz="865"/>
            </a:lvl2pPr>
            <a:lvl3pPr>
              <a:defRPr sz="742"/>
            </a:lvl3pPr>
            <a:lvl4pPr>
              <a:defRPr sz="618"/>
            </a:lvl4pPr>
            <a:lvl5pPr>
              <a:defRPr sz="618"/>
            </a:lvl5pPr>
            <a:lvl6pPr>
              <a:defRPr sz="618"/>
            </a:lvl6pPr>
            <a:lvl7pPr>
              <a:defRPr sz="618"/>
            </a:lvl7pPr>
            <a:lvl8pPr>
              <a:defRPr sz="618"/>
            </a:lvl8pPr>
            <a:lvl9pPr>
              <a:defRPr sz="618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0827" y="388622"/>
            <a:ext cx="987155" cy="719966"/>
          </a:xfrm>
        </p:spPr>
        <p:txBody>
          <a:bodyPr/>
          <a:lstStyle>
            <a:lvl1pPr marL="0" indent="0">
              <a:buNone/>
              <a:defRPr sz="494"/>
            </a:lvl1pPr>
            <a:lvl2pPr marL="141197" indent="0">
              <a:buNone/>
              <a:defRPr sz="432"/>
            </a:lvl2pPr>
            <a:lvl3pPr marL="282396" indent="0">
              <a:buNone/>
              <a:defRPr sz="371"/>
            </a:lvl3pPr>
            <a:lvl4pPr marL="423594" indent="0">
              <a:buNone/>
              <a:defRPr sz="309"/>
            </a:lvl4pPr>
            <a:lvl5pPr marL="564792" indent="0">
              <a:buNone/>
              <a:defRPr sz="309"/>
            </a:lvl5pPr>
            <a:lvl6pPr marL="705990" indent="0">
              <a:buNone/>
              <a:defRPr sz="309"/>
            </a:lvl6pPr>
            <a:lvl7pPr marL="847187" indent="0">
              <a:buNone/>
              <a:defRPr sz="309"/>
            </a:lvl7pPr>
            <a:lvl8pPr marL="988386" indent="0">
              <a:buNone/>
              <a:defRPr sz="309"/>
            </a:lvl8pPr>
            <a:lvl9pPr marL="1129584" indent="0">
              <a:buNone/>
              <a:defRPr sz="309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FF315-91C5-45AD-B416-A60591804241}" type="datetimeFigureOut">
              <a:rPr lang="es-CL" smtClean="0"/>
              <a:t>20-01-2026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3BA74-D5BA-4BBB-A702-4B07BC90EEB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09701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827" y="86362"/>
            <a:ext cx="987155" cy="302260"/>
          </a:xfrm>
        </p:spPr>
        <p:txBody>
          <a:bodyPr anchor="b"/>
          <a:lstStyle>
            <a:lvl1pPr>
              <a:defRPr sz="987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01198" y="186516"/>
            <a:ext cx="1549479" cy="920574"/>
          </a:xfrm>
        </p:spPr>
        <p:txBody>
          <a:bodyPr anchor="t"/>
          <a:lstStyle>
            <a:lvl1pPr marL="0" indent="0">
              <a:buNone/>
              <a:defRPr sz="987"/>
            </a:lvl1pPr>
            <a:lvl2pPr marL="141197" indent="0">
              <a:buNone/>
              <a:defRPr sz="865"/>
            </a:lvl2pPr>
            <a:lvl3pPr marL="282396" indent="0">
              <a:buNone/>
              <a:defRPr sz="742"/>
            </a:lvl3pPr>
            <a:lvl4pPr marL="423594" indent="0">
              <a:buNone/>
              <a:defRPr sz="618"/>
            </a:lvl4pPr>
            <a:lvl5pPr marL="564792" indent="0">
              <a:buNone/>
              <a:defRPr sz="618"/>
            </a:lvl5pPr>
            <a:lvl6pPr marL="705990" indent="0">
              <a:buNone/>
              <a:defRPr sz="618"/>
            </a:lvl6pPr>
            <a:lvl7pPr marL="847187" indent="0">
              <a:buNone/>
              <a:defRPr sz="618"/>
            </a:lvl7pPr>
            <a:lvl8pPr marL="988386" indent="0">
              <a:buNone/>
              <a:defRPr sz="618"/>
            </a:lvl8pPr>
            <a:lvl9pPr marL="1129584" indent="0">
              <a:buNone/>
              <a:defRPr sz="618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0827" y="388622"/>
            <a:ext cx="987155" cy="719966"/>
          </a:xfrm>
        </p:spPr>
        <p:txBody>
          <a:bodyPr/>
          <a:lstStyle>
            <a:lvl1pPr marL="0" indent="0">
              <a:buNone/>
              <a:defRPr sz="494"/>
            </a:lvl1pPr>
            <a:lvl2pPr marL="141197" indent="0">
              <a:buNone/>
              <a:defRPr sz="432"/>
            </a:lvl2pPr>
            <a:lvl3pPr marL="282396" indent="0">
              <a:buNone/>
              <a:defRPr sz="371"/>
            </a:lvl3pPr>
            <a:lvl4pPr marL="423594" indent="0">
              <a:buNone/>
              <a:defRPr sz="309"/>
            </a:lvl4pPr>
            <a:lvl5pPr marL="564792" indent="0">
              <a:buNone/>
              <a:defRPr sz="309"/>
            </a:lvl5pPr>
            <a:lvl6pPr marL="705990" indent="0">
              <a:buNone/>
              <a:defRPr sz="309"/>
            </a:lvl6pPr>
            <a:lvl7pPr marL="847187" indent="0">
              <a:buNone/>
              <a:defRPr sz="309"/>
            </a:lvl7pPr>
            <a:lvl8pPr marL="988386" indent="0">
              <a:buNone/>
              <a:defRPr sz="309"/>
            </a:lvl8pPr>
            <a:lvl9pPr marL="1129584" indent="0">
              <a:buNone/>
              <a:defRPr sz="309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FF315-91C5-45AD-B416-A60591804241}" type="datetimeFigureOut">
              <a:rPr lang="es-CL" smtClean="0"/>
              <a:t>20-01-2026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3BA74-D5BA-4BBB-A702-4B07BC90EEB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10867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FF315-91C5-45AD-B416-A60591804241}" type="datetimeFigureOut">
              <a:rPr lang="es-CL" smtClean="0"/>
              <a:t>20-01-2026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3BA74-D5BA-4BBB-A702-4B07BC90EEB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75001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90315" y="68970"/>
            <a:ext cx="659964" cy="1097793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0429" y="68970"/>
            <a:ext cx="1941631" cy="1097793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FF315-91C5-45AD-B416-A60591804241}" type="datetimeFigureOut">
              <a:rPr lang="es-CL" smtClean="0"/>
              <a:t>20-01-2026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3BA74-D5BA-4BBB-A702-4B07BC90EEB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03133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3421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0425" y="68971"/>
            <a:ext cx="2639854" cy="2503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0425" y="344843"/>
            <a:ext cx="2639854" cy="821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10426" y="1200648"/>
            <a:ext cx="688658" cy="689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7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2FF315-91C5-45AD-B416-A60591804241}" type="datetimeFigureOut">
              <a:rPr lang="es-CL" smtClean="0"/>
              <a:t>20-01-2026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13858" y="1200648"/>
            <a:ext cx="1032987" cy="689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7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61621" y="1200648"/>
            <a:ext cx="688658" cy="689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7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D3BA74-D5BA-4BBB-A702-4B07BC90EEB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46150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2" r:id="rId1"/>
    <p:sldLayoutId id="2147483843" r:id="rId2"/>
    <p:sldLayoutId id="2147483844" r:id="rId3"/>
    <p:sldLayoutId id="2147483845" r:id="rId4"/>
    <p:sldLayoutId id="2147483846" r:id="rId5"/>
    <p:sldLayoutId id="2147483847" r:id="rId6"/>
    <p:sldLayoutId id="2147483848" r:id="rId7"/>
    <p:sldLayoutId id="2147483849" r:id="rId8"/>
    <p:sldLayoutId id="2147483850" r:id="rId9"/>
    <p:sldLayoutId id="2147483851" r:id="rId10"/>
    <p:sldLayoutId id="2147483852" r:id="rId11"/>
    <p:sldLayoutId id="2147483853" r:id="rId12"/>
  </p:sldLayoutIdLst>
  <p:txStyles>
    <p:titleStyle>
      <a:lvl1pPr algn="l" defTabSz="282396" rtl="0" eaLnBrk="1" latinLnBrk="0" hangingPunct="1">
        <a:lnSpc>
          <a:spcPct val="90000"/>
        </a:lnSpc>
        <a:spcBef>
          <a:spcPct val="0"/>
        </a:spcBef>
        <a:buNone/>
        <a:defRPr sz="13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0599" indent="-70599" algn="l" defTabSz="282396" rtl="0" eaLnBrk="1" latinLnBrk="0" hangingPunct="1">
        <a:lnSpc>
          <a:spcPct val="90000"/>
        </a:lnSpc>
        <a:spcBef>
          <a:spcPts val="309"/>
        </a:spcBef>
        <a:buFont typeface="Arial" panose="020B0604020202020204" pitchFamily="34" charset="0"/>
        <a:buChar char="•"/>
        <a:defRPr sz="865" kern="1200">
          <a:solidFill>
            <a:schemeClr val="tx1"/>
          </a:solidFill>
          <a:latin typeface="+mn-lt"/>
          <a:ea typeface="+mn-ea"/>
          <a:cs typeface="+mn-cs"/>
        </a:defRPr>
      </a:lvl1pPr>
      <a:lvl2pPr marL="211797" indent="-70599" algn="l" defTabSz="282396" rtl="0" eaLnBrk="1" latinLnBrk="0" hangingPunct="1">
        <a:lnSpc>
          <a:spcPct val="90000"/>
        </a:lnSpc>
        <a:spcBef>
          <a:spcPts val="154"/>
        </a:spcBef>
        <a:buFont typeface="Arial" panose="020B0604020202020204" pitchFamily="34" charset="0"/>
        <a:buChar char="•"/>
        <a:defRPr sz="742" kern="1200">
          <a:solidFill>
            <a:schemeClr val="tx1"/>
          </a:solidFill>
          <a:latin typeface="+mn-lt"/>
          <a:ea typeface="+mn-ea"/>
          <a:cs typeface="+mn-cs"/>
        </a:defRPr>
      </a:lvl2pPr>
      <a:lvl3pPr marL="352995" indent="-70599" algn="l" defTabSz="282396" rtl="0" eaLnBrk="1" latinLnBrk="0" hangingPunct="1">
        <a:lnSpc>
          <a:spcPct val="90000"/>
        </a:lnSpc>
        <a:spcBef>
          <a:spcPts val="154"/>
        </a:spcBef>
        <a:buFont typeface="Arial" panose="020B0604020202020204" pitchFamily="34" charset="0"/>
        <a:buChar char="•"/>
        <a:defRPr sz="618" kern="1200">
          <a:solidFill>
            <a:schemeClr val="tx1"/>
          </a:solidFill>
          <a:latin typeface="+mn-lt"/>
          <a:ea typeface="+mn-ea"/>
          <a:cs typeface="+mn-cs"/>
        </a:defRPr>
      </a:lvl3pPr>
      <a:lvl4pPr marL="494192" indent="-70599" algn="l" defTabSz="282396" rtl="0" eaLnBrk="1" latinLnBrk="0" hangingPunct="1">
        <a:lnSpc>
          <a:spcPct val="90000"/>
        </a:lnSpc>
        <a:spcBef>
          <a:spcPts val="154"/>
        </a:spcBef>
        <a:buFont typeface="Arial" panose="020B0604020202020204" pitchFamily="34" charset="0"/>
        <a:buChar char="•"/>
        <a:defRPr sz="555" kern="1200">
          <a:solidFill>
            <a:schemeClr val="tx1"/>
          </a:solidFill>
          <a:latin typeface="+mn-lt"/>
          <a:ea typeface="+mn-ea"/>
          <a:cs typeface="+mn-cs"/>
        </a:defRPr>
      </a:lvl4pPr>
      <a:lvl5pPr marL="635391" indent="-70599" algn="l" defTabSz="282396" rtl="0" eaLnBrk="1" latinLnBrk="0" hangingPunct="1">
        <a:lnSpc>
          <a:spcPct val="90000"/>
        </a:lnSpc>
        <a:spcBef>
          <a:spcPts val="154"/>
        </a:spcBef>
        <a:buFont typeface="Arial" panose="020B0604020202020204" pitchFamily="34" charset="0"/>
        <a:buChar char="•"/>
        <a:defRPr sz="555" kern="1200">
          <a:solidFill>
            <a:schemeClr val="tx1"/>
          </a:solidFill>
          <a:latin typeface="+mn-lt"/>
          <a:ea typeface="+mn-ea"/>
          <a:cs typeface="+mn-cs"/>
        </a:defRPr>
      </a:lvl5pPr>
      <a:lvl6pPr marL="776589" indent="-70599" algn="l" defTabSz="282396" rtl="0" eaLnBrk="1" latinLnBrk="0" hangingPunct="1">
        <a:lnSpc>
          <a:spcPct val="90000"/>
        </a:lnSpc>
        <a:spcBef>
          <a:spcPts val="154"/>
        </a:spcBef>
        <a:buFont typeface="Arial" panose="020B0604020202020204" pitchFamily="34" charset="0"/>
        <a:buChar char="•"/>
        <a:defRPr sz="555" kern="1200">
          <a:solidFill>
            <a:schemeClr val="tx1"/>
          </a:solidFill>
          <a:latin typeface="+mn-lt"/>
          <a:ea typeface="+mn-ea"/>
          <a:cs typeface="+mn-cs"/>
        </a:defRPr>
      </a:lvl6pPr>
      <a:lvl7pPr marL="917787" indent="-70599" algn="l" defTabSz="282396" rtl="0" eaLnBrk="1" latinLnBrk="0" hangingPunct="1">
        <a:lnSpc>
          <a:spcPct val="90000"/>
        </a:lnSpc>
        <a:spcBef>
          <a:spcPts val="154"/>
        </a:spcBef>
        <a:buFont typeface="Arial" panose="020B0604020202020204" pitchFamily="34" charset="0"/>
        <a:buChar char="•"/>
        <a:defRPr sz="555" kern="1200">
          <a:solidFill>
            <a:schemeClr val="tx1"/>
          </a:solidFill>
          <a:latin typeface="+mn-lt"/>
          <a:ea typeface="+mn-ea"/>
          <a:cs typeface="+mn-cs"/>
        </a:defRPr>
      </a:lvl7pPr>
      <a:lvl8pPr marL="1058984" indent="-70599" algn="l" defTabSz="282396" rtl="0" eaLnBrk="1" latinLnBrk="0" hangingPunct="1">
        <a:lnSpc>
          <a:spcPct val="90000"/>
        </a:lnSpc>
        <a:spcBef>
          <a:spcPts val="154"/>
        </a:spcBef>
        <a:buFont typeface="Arial" panose="020B0604020202020204" pitchFamily="34" charset="0"/>
        <a:buChar char="•"/>
        <a:defRPr sz="555" kern="1200">
          <a:solidFill>
            <a:schemeClr val="tx1"/>
          </a:solidFill>
          <a:latin typeface="+mn-lt"/>
          <a:ea typeface="+mn-ea"/>
          <a:cs typeface="+mn-cs"/>
        </a:defRPr>
      </a:lvl8pPr>
      <a:lvl9pPr marL="1200182" indent="-70599" algn="l" defTabSz="282396" rtl="0" eaLnBrk="1" latinLnBrk="0" hangingPunct="1">
        <a:lnSpc>
          <a:spcPct val="90000"/>
        </a:lnSpc>
        <a:spcBef>
          <a:spcPts val="154"/>
        </a:spcBef>
        <a:buFont typeface="Arial" panose="020B0604020202020204" pitchFamily="34" charset="0"/>
        <a:buChar char="•"/>
        <a:defRPr sz="55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82396" rtl="0" eaLnBrk="1" latinLnBrk="0" hangingPunct="1">
        <a:defRPr sz="555" kern="1200">
          <a:solidFill>
            <a:schemeClr val="tx1"/>
          </a:solidFill>
          <a:latin typeface="+mn-lt"/>
          <a:ea typeface="+mn-ea"/>
          <a:cs typeface="+mn-cs"/>
        </a:defRPr>
      </a:lvl1pPr>
      <a:lvl2pPr marL="141197" algn="l" defTabSz="282396" rtl="0" eaLnBrk="1" latinLnBrk="0" hangingPunct="1">
        <a:defRPr sz="555" kern="1200">
          <a:solidFill>
            <a:schemeClr val="tx1"/>
          </a:solidFill>
          <a:latin typeface="+mn-lt"/>
          <a:ea typeface="+mn-ea"/>
          <a:cs typeface="+mn-cs"/>
        </a:defRPr>
      </a:lvl2pPr>
      <a:lvl3pPr marL="282396" algn="l" defTabSz="282396" rtl="0" eaLnBrk="1" latinLnBrk="0" hangingPunct="1">
        <a:defRPr sz="555" kern="1200">
          <a:solidFill>
            <a:schemeClr val="tx1"/>
          </a:solidFill>
          <a:latin typeface="+mn-lt"/>
          <a:ea typeface="+mn-ea"/>
          <a:cs typeface="+mn-cs"/>
        </a:defRPr>
      </a:lvl3pPr>
      <a:lvl4pPr marL="423594" algn="l" defTabSz="282396" rtl="0" eaLnBrk="1" latinLnBrk="0" hangingPunct="1">
        <a:defRPr sz="555" kern="1200">
          <a:solidFill>
            <a:schemeClr val="tx1"/>
          </a:solidFill>
          <a:latin typeface="+mn-lt"/>
          <a:ea typeface="+mn-ea"/>
          <a:cs typeface="+mn-cs"/>
        </a:defRPr>
      </a:lvl4pPr>
      <a:lvl5pPr marL="564792" algn="l" defTabSz="282396" rtl="0" eaLnBrk="1" latinLnBrk="0" hangingPunct="1">
        <a:defRPr sz="555" kern="1200">
          <a:solidFill>
            <a:schemeClr val="tx1"/>
          </a:solidFill>
          <a:latin typeface="+mn-lt"/>
          <a:ea typeface="+mn-ea"/>
          <a:cs typeface="+mn-cs"/>
        </a:defRPr>
      </a:lvl5pPr>
      <a:lvl6pPr marL="705990" algn="l" defTabSz="282396" rtl="0" eaLnBrk="1" latinLnBrk="0" hangingPunct="1">
        <a:defRPr sz="555" kern="1200">
          <a:solidFill>
            <a:schemeClr val="tx1"/>
          </a:solidFill>
          <a:latin typeface="+mn-lt"/>
          <a:ea typeface="+mn-ea"/>
          <a:cs typeface="+mn-cs"/>
        </a:defRPr>
      </a:lvl6pPr>
      <a:lvl7pPr marL="847187" algn="l" defTabSz="282396" rtl="0" eaLnBrk="1" latinLnBrk="0" hangingPunct="1">
        <a:defRPr sz="555" kern="1200">
          <a:solidFill>
            <a:schemeClr val="tx1"/>
          </a:solidFill>
          <a:latin typeface="+mn-lt"/>
          <a:ea typeface="+mn-ea"/>
          <a:cs typeface="+mn-cs"/>
        </a:defRPr>
      </a:lvl7pPr>
      <a:lvl8pPr marL="988386" algn="l" defTabSz="282396" rtl="0" eaLnBrk="1" latinLnBrk="0" hangingPunct="1">
        <a:defRPr sz="555" kern="1200">
          <a:solidFill>
            <a:schemeClr val="tx1"/>
          </a:solidFill>
          <a:latin typeface="+mn-lt"/>
          <a:ea typeface="+mn-ea"/>
          <a:cs typeface="+mn-cs"/>
        </a:defRPr>
      </a:lvl8pPr>
      <a:lvl9pPr marL="1129584" algn="l" defTabSz="282396" rtl="0" eaLnBrk="1" latinLnBrk="0" hangingPunct="1">
        <a:defRPr sz="55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C549038C-9DA8-7A64-0056-36D8E23B53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6655426"/>
              </p:ext>
            </p:extLst>
          </p:nvPr>
        </p:nvGraphicFramePr>
        <p:xfrm>
          <a:off x="1701535" y="-8836"/>
          <a:ext cx="1739025" cy="134643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2300">
                  <a:extLst>
                    <a:ext uri="{9D8B030D-6E8A-4147-A177-3AD203B41FA5}">
                      <a16:colId xmlns:a16="http://schemas.microsoft.com/office/drawing/2014/main" val="4275293038"/>
                    </a:ext>
                  </a:extLst>
                </a:gridCol>
                <a:gridCol w="1546725">
                  <a:extLst>
                    <a:ext uri="{9D8B030D-6E8A-4147-A177-3AD203B41FA5}">
                      <a16:colId xmlns:a16="http://schemas.microsoft.com/office/drawing/2014/main" val="2122757705"/>
                    </a:ext>
                  </a:extLst>
                </a:gridCol>
              </a:tblGrid>
              <a:tr h="202833">
                <a:tc gridSpan="2">
                  <a:txBody>
                    <a:bodyPr/>
                    <a:lstStyle/>
                    <a:p>
                      <a:r>
                        <a:rPr lang="en-US" sz="1000" b="1" kern="1200" dirty="0">
                          <a:solidFill>
                            <a:schemeClr val="tx1"/>
                          </a:solidFill>
                          <a:effectLst/>
                          <a:latin typeface="AMX" pitchFamily="2" charset="0"/>
                          <a:ea typeface="+mn-ea"/>
                          <a:cs typeface="+mn-cs"/>
                        </a:rPr>
                        <a:t>Juan Pérez Rosales</a:t>
                      </a:r>
                      <a:endParaRPr lang="es-CL" sz="1000" dirty="0">
                        <a:ln>
                          <a:solidFill>
                            <a:sysClr val="windowText" lastClr="000000"/>
                          </a:solidFill>
                        </a:ln>
                        <a:latin typeface="AMX" pitchFamily="2" charset="0"/>
                      </a:endParaRPr>
                    </a:p>
                  </a:txBody>
                  <a:tcPr marL="48431" marR="48431" marT="24214" marB="2421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s-CL" sz="300" dirty="0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 marL="76667" marR="76667" marT="38333" marB="38333"/>
                </a:tc>
                <a:extLst>
                  <a:ext uri="{0D108BD9-81ED-4DB2-BD59-A6C34878D82A}">
                    <a16:rowId xmlns:a16="http://schemas.microsoft.com/office/drawing/2014/main" val="3189967987"/>
                  </a:ext>
                </a:extLst>
              </a:tr>
              <a:tr h="127430">
                <a:tc gridSpan="2">
                  <a:txBody>
                    <a:bodyPr/>
                    <a:lstStyle/>
                    <a:p>
                      <a:r>
                        <a:rPr lang="en-US" sz="800" kern="100" dirty="0">
                          <a:effectLst/>
                          <a:latin typeface="AMX" pitchFamily="2" charset="0"/>
                          <a:cs typeface="Times New Roman" panose="02020603050405020304" pitchFamily="18" charset="0"/>
                        </a:rPr>
                        <a:t>Ejecutivo de cuentas</a:t>
                      </a:r>
                      <a:endParaRPr lang="es-CL" sz="800" kern="100" dirty="0">
                        <a:effectLst/>
                        <a:latin typeface="Posterama" panose="020B0504020200020000" pitchFamily="34" charset="0"/>
                      </a:endParaRPr>
                    </a:p>
                  </a:txBody>
                  <a:tcPr marL="43321" marR="43321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38865794"/>
                  </a:ext>
                </a:extLst>
              </a:tr>
              <a:tr h="175859">
                <a:tc gridSpan="2">
                  <a:txBody>
                    <a:bodyPr/>
                    <a:lstStyle/>
                    <a:p>
                      <a:r>
                        <a:rPr lang="en-US" sz="800" i="1" u="none" kern="1200" dirty="0">
                          <a:solidFill>
                            <a:schemeClr val="tx1"/>
                          </a:solidFill>
                          <a:effectLst/>
                          <a:latin typeface="AMX" pitchFamily="2" charset="0"/>
                          <a:ea typeface="+mn-ea"/>
                          <a:cs typeface="+mn-cs"/>
                        </a:rPr>
                        <a:t>Gerencia de Negocios</a:t>
                      </a:r>
                      <a:endParaRPr lang="es-CL" sz="800" u="none" dirty="0">
                        <a:ln>
                          <a:solidFill>
                            <a:sysClr val="windowText" lastClr="000000"/>
                          </a:solidFill>
                        </a:ln>
                        <a:latin typeface="AMX" pitchFamily="2" charset="0"/>
                      </a:endParaRPr>
                    </a:p>
                  </a:txBody>
                  <a:tcPr marL="48431" marR="48431" marT="24214" marB="2421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s-CL" sz="300" dirty="0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 marL="76667" marR="76667" marT="38333" marB="38333"/>
                </a:tc>
                <a:extLst>
                  <a:ext uri="{0D108BD9-81ED-4DB2-BD59-A6C34878D82A}">
                    <a16:rowId xmlns:a16="http://schemas.microsoft.com/office/drawing/2014/main" val="491196198"/>
                  </a:ext>
                </a:extLst>
              </a:tr>
              <a:tr h="96344">
                <a:tc gridSpan="2">
                  <a:txBody>
                    <a:bodyPr/>
                    <a:lstStyle/>
                    <a:p>
                      <a:endParaRPr lang="es-CL" sz="300" dirty="0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 marL="48431" marR="48431" marT="24214" marB="2421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s-CL" sz="700" u="none" dirty="0">
                        <a:ln>
                          <a:solidFill>
                            <a:sysClr val="windowText" lastClr="000000"/>
                          </a:solidFill>
                        </a:ln>
                        <a:latin typeface="AMX" pitchFamily="2" charset="0"/>
                      </a:endParaRPr>
                    </a:p>
                  </a:txBody>
                  <a:tcPr marL="76667" marR="76667" marT="38333" marB="38333"/>
                </a:tc>
                <a:extLst>
                  <a:ext uri="{0D108BD9-81ED-4DB2-BD59-A6C34878D82A}">
                    <a16:rowId xmlns:a16="http://schemas.microsoft.com/office/drawing/2014/main" val="3586996272"/>
                  </a:ext>
                </a:extLst>
              </a:tr>
              <a:tr h="199813">
                <a:tc>
                  <a:txBody>
                    <a:bodyPr/>
                    <a:lstStyle/>
                    <a:p>
                      <a:endParaRPr lang="es-CL" sz="300" dirty="0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 marL="72385" marR="72385" marT="36191" marB="3619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920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u="none" kern="1200" dirty="0">
                          <a:solidFill>
                            <a:schemeClr val="tx1"/>
                          </a:solidFill>
                          <a:effectLst/>
                          <a:latin typeface="AMX" pitchFamily="2" charset="0"/>
                          <a:ea typeface="+mn-ea"/>
                          <a:cs typeface="+mn-cs"/>
                        </a:rPr>
                        <a:t>+569 1234 5678</a:t>
                      </a:r>
                      <a:endParaRPr lang="es-CL" sz="800" u="none" dirty="0">
                        <a:ln>
                          <a:solidFill>
                            <a:sysClr val="windowText" lastClr="000000"/>
                          </a:solidFill>
                        </a:ln>
                        <a:latin typeface="AMX" pitchFamily="2" charset="0"/>
                      </a:endParaRPr>
                    </a:p>
                  </a:txBody>
                  <a:tcPr marL="72385" marR="72385" marT="36191" marB="3619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07821379"/>
                  </a:ext>
                </a:extLst>
              </a:tr>
              <a:tr h="199813">
                <a:tc>
                  <a:txBody>
                    <a:bodyPr/>
                    <a:lstStyle/>
                    <a:p>
                      <a:endParaRPr lang="es-CL" sz="300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 marL="72385" marR="72385" marT="36191" marB="3619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920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kern="1200" dirty="0">
                          <a:solidFill>
                            <a:schemeClr val="tx1"/>
                          </a:solidFill>
                          <a:effectLst/>
                          <a:latin typeface="AMX" pitchFamily="2" charset="0"/>
                          <a:ea typeface="+mn-ea"/>
                          <a:cs typeface="+mn-cs"/>
                        </a:rPr>
                        <a:t>xxxx@clarovtr.cl</a:t>
                      </a:r>
                      <a:endParaRPr lang="es-CL" sz="800" dirty="0">
                        <a:ln>
                          <a:solidFill>
                            <a:sysClr val="windowText" lastClr="000000"/>
                          </a:solidFill>
                        </a:ln>
                        <a:latin typeface="AMX" pitchFamily="2" charset="0"/>
                      </a:endParaRPr>
                    </a:p>
                  </a:txBody>
                  <a:tcPr marL="72385" marR="72385" marT="36191" marB="3619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96885671"/>
                  </a:ext>
                </a:extLst>
              </a:tr>
              <a:tr h="175859">
                <a:tc gridSpan="2">
                  <a:txBody>
                    <a:bodyPr/>
                    <a:lstStyle/>
                    <a:p>
                      <a:r>
                        <a:rPr lang="en-US" sz="800" kern="1200" dirty="0">
                          <a:solidFill>
                            <a:schemeClr val="tx1"/>
                          </a:solidFill>
                          <a:effectLst/>
                          <a:latin typeface="AMX" pitchFamily="2" charset="0"/>
                          <a:ea typeface="+mn-ea"/>
                          <a:cs typeface="+mn-cs"/>
                        </a:rPr>
                        <a:t>www.clarochile.cl/empresas/</a:t>
                      </a:r>
                      <a:endParaRPr lang="es-CL" sz="800" dirty="0">
                        <a:ln>
                          <a:solidFill>
                            <a:sysClr val="windowText" lastClr="000000"/>
                          </a:solidFill>
                        </a:ln>
                        <a:latin typeface="AMX" pitchFamily="2" charset="0"/>
                      </a:endParaRPr>
                    </a:p>
                  </a:txBody>
                  <a:tcPr marL="48431" marR="48431" marT="24214" marB="2421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76667" marR="76667" marT="38333" marB="38333"/>
                </a:tc>
                <a:extLst>
                  <a:ext uri="{0D108BD9-81ED-4DB2-BD59-A6C34878D82A}">
                    <a16:rowId xmlns:a16="http://schemas.microsoft.com/office/drawing/2014/main" val="215550366"/>
                  </a:ext>
                </a:extLst>
              </a:tr>
              <a:tr h="168487">
                <a:tc gridSpan="2">
                  <a:txBody>
                    <a:bodyPr/>
                    <a:lstStyle/>
                    <a:p>
                      <a:r>
                        <a:rPr lang="pt-BR" sz="700" b="0" i="1" kern="1200" dirty="0">
                          <a:solidFill>
                            <a:schemeClr val="tx1"/>
                          </a:solidFill>
                          <a:effectLst/>
                          <a:latin typeface="AMX Medium" pitchFamily="2" charset="0"/>
                          <a:ea typeface="+mn-ea"/>
                          <a:cs typeface="+mn-cs"/>
                        </a:rPr>
                        <a:t>NOMBRE DISTRIBUIDOR</a:t>
                      </a:r>
                      <a:endParaRPr lang="es-CL" sz="700" dirty="0">
                        <a:ln>
                          <a:solidFill>
                            <a:sysClr val="windowText" lastClr="000000"/>
                          </a:solidFill>
                        </a:ln>
                        <a:latin typeface="AMX Medium" pitchFamily="2" charset="0"/>
                      </a:endParaRPr>
                    </a:p>
                  </a:txBody>
                  <a:tcPr marL="48431" marR="48431" marT="24214" marB="2421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1312531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BA282B0F-2277-DA9E-18DB-84A1E1BE14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6537" y="594081"/>
            <a:ext cx="114969" cy="112619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CC131ABA-A791-A4E5-9E97-EEEA7A5F5F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60902" y="843691"/>
            <a:ext cx="112226" cy="82873"/>
          </a:xfrm>
          <a:prstGeom prst="rect">
            <a:avLst/>
          </a:prstGeom>
        </p:spPr>
      </p:pic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BFE98CC4-C05A-0DDB-50F7-91DEEAFB8B78}"/>
              </a:ext>
            </a:extLst>
          </p:cNvPr>
          <p:cNvCxnSpPr>
            <a:cxnSpLocks/>
          </p:cNvCxnSpPr>
          <p:nvPr/>
        </p:nvCxnSpPr>
        <p:spPr>
          <a:xfrm>
            <a:off x="1637771" y="23912"/>
            <a:ext cx="0" cy="1218758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" name="Grupo 10">
            <a:extLst>
              <a:ext uri="{FF2B5EF4-FFF2-40B4-BE49-F238E27FC236}">
                <a16:creationId xmlns:a16="http://schemas.microsoft.com/office/drawing/2014/main" id="{EC4B1C25-D130-BBA1-0DDE-63FF701FEA31}"/>
              </a:ext>
            </a:extLst>
          </p:cNvPr>
          <p:cNvGrpSpPr/>
          <p:nvPr/>
        </p:nvGrpSpPr>
        <p:grpSpPr>
          <a:xfrm>
            <a:off x="67873" y="231832"/>
            <a:ext cx="1390618" cy="797463"/>
            <a:chOff x="324272" y="294007"/>
            <a:chExt cx="1816519" cy="1041700"/>
          </a:xfrm>
        </p:grpSpPr>
        <p:pic>
          <p:nvPicPr>
            <p:cNvPr id="12" name="Gráfico 11">
              <a:extLst>
                <a:ext uri="{FF2B5EF4-FFF2-40B4-BE49-F238E27FC236}">
                  <a16:creationId xmlns:a16="http://schemas.microsoft.com/office/drawing/2014/main" id="{F35B67EB-802C-B09B-B186-D89EC22F01E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51278" y="339803"/>
              <a:ext cx="1789513" cy="995904"/>
            </a:xfrm>
            <a:prstGeom prst="rect">
              <a:avLst/>
            </a:prstGeom>
          </p:spPr>
        </p:pic>
        <p:sp>
          <p:nvSpPr>
            <p:cNvPr id="13" name="Rectángulo: esquinas redondeadas 12">
              <a:extLst>
                <a:ext uri="{FF2B5EF4-FFF2-40B4-BE49-F238E27FC236}">
                  <a16:creationId xmlns:a16="http://schemas.microsoft.com/office/drawing/2014/main" id="{111DF613-6509-1804-CA30-498D67D827AB}"/>
                </a:ext>
              </a:extLst>
            </p:cNvPr>
            <p:cNvSpPr/>
            <p:nvPr/>
          </p:nvSpPr>
          <p:spPr>
            <a:xfrm>
              <a:off x="351277" y="303360"/>
              <a:ext cx="1176895" cy="179941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sz="1369"/>
            </a:p>
          </p:txBody>
        </p:sp>
        <p:sp>
          <p:nvSpPr>
            <p:cNvPr id="15" name="CuadroTexto 14">
              <a:extLst>
                <a:ext uri="{FF2B5EF4-FFF2-40B4-BE49-F238E27FC236}">
                  <a16:creationId xmlns:a16="http://schemas.microsoft.com/office/drawing/2014/main" id="{0E99A65D-0838-B613-271E-09715FCA31EF}"/>
                </a:ext>
              </a:extLst>
            </p:cNvPr>
            <p:cNvSpPr txBox="1"/>
            <p:nvPr/>
          </p:nvSpPr>
          <p:spPr>
            <a:xfrm>
              <a:off x="324272" y="294007"/>
              <a:ext cx="1386101" cy="2275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L" sz="532" dirty="0">
                  <a:solidFill>
                    <a:schemeClr val="bg1"/>
                  </a:solidFill>
                  <a:latin typeface="AMX" pitchFamily="2" charset="0"/>
                </a:rPr>
                <a:t>DISTRIBUIDOR AUTORIZADO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1631505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151</TotalTime>
  <Words>30</Words>
  <Application>Microsoft Office PowerPoint</Application>
  <PresentationFormat>Personalizado</PresentationFormat>
  <Paragraphs>8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8" baseType="lpstr">
      <vt:lpstr>AMX</vt:lpstr>
      <vt:lpstr>AMX Medium</vt:lpstr>
      <vt:lpstr>Aptos</vt:lpstr>
      <vt:lpstr>Aptos Display</vt:lpstr>
      <vt:lpstr>Arial</vt:lpstr>
      <vt:lpstr>Posterama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Paulina Sánchez</dc:creator>
  <cp:lastModifiedBy>Diego Ignacio Lobos Henriquez</cp:lastModifiedBy>
  <cp:revision>22</cp:revision>
  <dcterms:created xsi:type="dcterms:W3CDTF">2024-12-12T17:28:50Z</dcterms:created>
  <dcterms:modified xsi:type="dcterms:W3CDTF">2026-01-20T14:25:52Z</dcterms:modified>
</cp:coreProperties>
</file>